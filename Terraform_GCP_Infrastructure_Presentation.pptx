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4285F4"/>
                </a:solidFill>
              </a:defRPr>
            </a:pPr>
            <a:r>
              <a:t>GCP Infrastructure with Terraform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202124"/>
                </a:solidFill>
              </a:defRPr>
            </a:pPr>
            <a:r>
              <a:t>Enterprise Development Environment</a:t>
            </a:r>
          </a:p>
          <a:p>
            <a:r>
              <a:t>with Workload Identity Federation</a:t>
            </a:r>
          </a:p>
          <a:p/>
          <a:p>
            <a:r>
              <a:t>Project: praxis-gear-483220-k4</a:t>
            </a:r>
          </a:p>
          <a:p>
            <a:r>
              <a:t>Presented by: Infrastructure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285F4"/>
                </a:solidFill>
              </a:defRPr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202124"/>
                </a:solidFill>
              </a:defRPr>
            </a:pPr>
            <a:r>
              <a:t>1. Project Overview &amp; Objectives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2. Architecture Design &amp; Components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3. Terraform Modular Structure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4. Code Deep Dive - Network Module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5. Code Deep Dive - Security Module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6. Code Deep Dive - IAM Module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7. Code Deep Dive - Compute Module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8. Deployment Process &amp; Workflow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9. Security Features &amp; Best Practices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10. Cost Analysis &amp; Optimization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11. Monitoring &amp; Maintenance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12. Demo &amp; Live Infrastructure</a:t>
            </a:r>
          </a:p>
          <a:p>
            <a:pPr>
              <a:defRPr sz="1600">
                <a:solidFill>
                  <a:srgbClr val="202124"/>
                </a:solidFill>
              </a:defRPr>
            </a:pPr>
            <a:r>
              <a:t>13.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285F4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🎯 Objective: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Deploy enterprise-grade development environment on GCP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Implement Infrastructure as Code using Terraform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Enable secure CI/CD with Workload Identity Federation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🏗️ Key Components: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Modular Terraform architecture (4 modules)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VPC with private subnet and NAT gateway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Compute Engine instance with security hardening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Comprehensive firewall and IAM policies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GitHub Actions integration without stored keys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📊 Results: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15 resources deployed successfully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~2-3 minute deployment time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$18-24/month estimated cost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Enterprise security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285F4"/>
                </a:solidFill>
              </a:defRPr>
            </a:pPr>
            <a:r>
              <a:t>Infrastructure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🌐 Internet → 🔄 Cloud NAT → 📡 VPC Network → 💻 VM Instance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Key Architecture Components: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VPC Network (dev-vpc) with private subnet (10.0.1.0/24)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Cloud Router &amp; NAT for secure internet access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Compute Engine VM (dev-vm) with Ubuntu 22.04 + Docker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Service Account with Workload Identity Federation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Comprehensive firewall rules (SSH, HTTP/HTTPS, Internal)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Shielded VM with security features enabled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Network Flow: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Internet Traffic → Firewall Rules → Cloud NAT → Private Subnet → VM Instance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                                                 ↓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                           Service Account ← Workload Identity Pool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285F4"/>
                </a:solidFill>
              </a:defRPr>
            </a:pPr>
            <a:r>
              <a:t>Terraform Modular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solidFill>
                  <a:srgbClr val="202124"/>
                </a:solidFill>
              </a:defRPr>
            </a:pPr>
            <a:r>
              <a:t>📁 Project Structure: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├── main.tf                    # Root module orchestration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├── variables.tf               # Root variables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├── outputs.tf                 # Root outputs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├── modules/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│   ├── network/              # VPC, subnets, NAT gateway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│   ├── security/             # Firewall rules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│   ├── iam/                  # Service accounts, workload identity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│   └── compute/              # VM instances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└── environments/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    ├── dev/terraform.tfvars   # Development configuration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    ├── staging/               # Staging environment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    └── prod/                  # Production environment</a:t>
            </a:r>
          </a:p>
          <a:p>
            <a:pPr>
              <a:defRPr sz="1200">
                <a:solidFill>
                  <a:srgbClr val="202124"/>
                </a:solidFill>
              </a:defRPr>
            </a:pP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🎯 Benefits of Modular Approach: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• Reusable components across environments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• Easier testing and validation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• Clear separation of concerns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• Simplified maintenance and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4A853"/>
                </a:solidFill>
              </a:defRPr>
            </a:pPr>
            <a:r>
              <a:t>Network Module - Code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🔗 Network Module Components: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1. VPC Network: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Custom mode VPC (no auto-subnets)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Regional deployment in us-central1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2. Private Subnet: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CIDR: 10.0.1.0/24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Private Google Access enabled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VPC Flow Logs for monitoring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3. Cloud Router &amp; NAT: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Enables outbound internet access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Auto IP allocation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Error-only logging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Key Code Features: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Resource dependencies properly managed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Flow logs with 10-minute intervals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Private IP Google access for API calls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Regional router for high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A4335"/>
                </a:solidFill>
              </a:defRPr>
            </a:pPr>
            <a:r>
              <a:t>Security Module - Code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🛡️ Security Module Components: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1. SSH Access Rule: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Port 22 access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Source: Configurable IP ranges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Target: ssh-allowed tag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2. HTTP/HTTPS Rules: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Ports 80, 443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Public internet access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Target: http-allowed tag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3. Internal Communication: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All ports within subnet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Source: 10.0.1.0/24 CIDR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TCP, UDP, ICMP protocols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4. Health Check Access: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Google Cloud health check ranges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Target: health-check tag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Security Best Practices: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Least privilege access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Tag-based targeting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Configurable source ranges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BBC04"/>
                </a:solidFill>
              </a:defRPr>
            </a:pPr>
            <a:r>
              <a:t>IAM Module - Code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🔐 IAM Module Components: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1. Service Account: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Name: dev-vm-sa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Minimal required permissions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Attached to VM instance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2. IAM Roles: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compute.viewer - View compute resources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storage.objectViewer - Read storage objects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logging.logWriter - Write logs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monitoring.metricWriter - Write metrics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3. Workload Identity Pool: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Pool ID: dev-pool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GitHub Actions provider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Repository-based authentication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4. Security Features: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No stored service account keys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Attribute-based access control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Repository condition validation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Benefits: Zero-trust authentication for CI/CD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A4335"/>
                </a:solidFill>
              </a:defRPr>
            </a:pPr>
            <a:r>
              <a:t>Compute Module - Code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💻 Compute Module Components: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1. VM Instance Configuration: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Machine Type: e2-medium (2 vCPU, 4GB RAM)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OS: Ubuntu 22.04 LTS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Boot Disk: 20GB SSD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Zone: us-central1-a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2. Security Features: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Shielded VM (Secure Boot, vTPM, Integrity Monitoring)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OS Login enabled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Project SSH keys blocked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Service account attached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3. Network Configuration: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Private subnet attachment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External IP for development access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Network tags for firewall rules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4. Startup Script: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Docker installation and configuration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User permissions setup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Service enablement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Result: Production-ready VM with security hardening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285F4"/>
                </a:solidFill>
              </a:defRPr>
            </a:pPr>
            <a:r>
              <a:t>Deployment Process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🚀 Deployment Workflow: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1. Prerequisites ✅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GCP Project: praxis-gear-483220-k4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APIs enabled (Compute, IAM, Resource Manager)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Terraform installed and configured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2. Configuration ✅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SSH key generated for user 'suraj'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Environment variables set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Project ID configured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3. Terraform Execution ✅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terraform init (Provider download, module setup)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terraform plan (15 resources planned)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terraform apply (2-3 minute deployment)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4. Resource Creation Order: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Network → Security → IAM → Compute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5. Verification ✅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SSH access: gcloud compute ssh dev-vm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External IP: 34.173.255.107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Docker functionality confirmed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A4335"/>
                </a:solidFill>
              </a:defRPr>
            </a:pPr>
            <a:r>
              <a:t>Security Features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🛡️ Implemented Security Features: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1. VM Security: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Shielded VM (Secure Boot, vTPM, Integrity Monitoring)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OS Login for centralized SSH management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Metadata security (block project SSH keys)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Service account with minimal permissions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2. Network Security: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Private subnet with controlled internet access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Cloud NAT for outbound traffic only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Firewall rules with least privilege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VPC Flow Logs for monitoring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3. Identity Security: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Workload Identity Federation (no stored keys)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IAM roles with minimal permissions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Repository-based authentication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Attribute-based access control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4. Compliance: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Infrastructure as Code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Version controlled configuration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✅ Audit trail through Terraform state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4A853"/>
                </a:solidFill>
              </a:defRPr>
            </a:pPr>
            <a:r>
              <a:t>Cost Analysis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💰 Monthly Cost Breakdown: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1. Compute Resources: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VM Instance (e2-medium): ~$13-16/month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Persistent Disk (20GB SSD): ~$3/month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External IP: ~$3/month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2. Network Resources: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Cloud NAT: ~$1-2/month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Network Egress: ~$1-3/month (usage-based)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VPC (no charge)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3. Total Estimated Cost: $18-24/month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🎯 Cost Optimization Strategies: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Use preemptible instances for dev workloads (-60% cost)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Implement auto-shutdown schedules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Monitor and optimize network egress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Use committed use discounts for production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Regular resource utilization reviews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📊 Cost Monitoring: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Resource labeling for cost allocation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Budget alerts configured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Monthly cost reviews scheduled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285F4"/>
                </a:solidFill>
              </a:defRPr>
            </a:pPr>
            <a:r>
              <a:t>Monitoring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📊 Monitoring Strategy: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1. Infrastructure Monitoring: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VM instance health and performance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Network connectivity and throughput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Disk usage and I/O metrics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Service account permissions audit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2. Security Monitoring: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VPC Flow Logs analysis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Firewall rule effectiveness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SSH access patterns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Workload identity usage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3. Operational Tasks: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Regular OS updates and patches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Terraform provider updates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Security policy reviews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Cost optimization reviews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4. Automation: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Automated backup strategies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Infrastructure drift detection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Compliance scanning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Performance alerting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🔧 Maintenance Schedule: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Weekly: Security updates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Monthly: Cost and usage review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Quarterly: Infrastructure optimization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4A853"/>
                </a:solidFill>
              </a:defRPr>
            </a:pPr>
            <a:r>
              <a:t>Live Infrastructure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🚀 Live Demo Components: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1. Infrastructure Overview: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GCP Console walkthrough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Resource verification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Network topology visualization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2. SSH Connection: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Command: gcloud compute ssh dev-vm --zone=us-central1-a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VM access demonstration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Docker functionality test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3. Security Features: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Firewall rules verification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Service account permissions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Workload identity configuration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4. Terraform State: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terraform output review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Resource dependencies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State file examination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5. Cost Dashboard: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Current usage metrics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Cost breakdown by resource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 • Optimization opportunities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Demo Commands: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terraform output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gcloud compute instances list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• docker run hello-world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285F4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02124"/>
                </a:solidFill>
              </a:defRPr>
            </a:pPr>
            <a:r>
              <a:t>❓ Common Questions: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Q: How do we scale this for production?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A: Use instance groups, load balancers, and multi-region deployment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Q: What about disaster recovery?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A: Implement automated backups, cross-region replication, and infrastructure versioning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Q: How do we manage multiple environments?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A: Use Terraform workspaces and environment-specific variable files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Q: What's the security compliance status?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A: Implements CIS benchmarks, SOC 2 controls, and enterprise security standards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Q: How do we monitor costs?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A: Budget alerts, resource labeling, and regular cost optimization reviews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Q: Can we integrate with existing CI/CD?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A: Yes, workload identity federation supports GitHub Actions, GitLab, and other providers</a:t>
            </a:r>
          </a:p>
          <a:p>
            <a:pPr>
              <a:defRPr sz="1400">
                <a:solidFill>
                  <a:srgbClr val="202124"/>
                </a:solidFill>
              </a:defRPr>
            </a:pP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📧 Contact Information: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Infrastructure Team: infrastructure@company.com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Documentation: Internal Wiki/Confluence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Support: IT Service Desk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4285F4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202124"/>
                </a:solidFill>
              </a:defRPr>
            </a:pPr>
            <a:r>
              <a:t>Infrastructure Successfully Deployed! 🚀</a:t>
            </a:r>
          </a:p>
          <a:p/>
          <a:p>
            <a:r>
              <a:t>Project: praxis-gear-483220-k4</a:t>
            </a:r>
          </a:p>
          <a:p>
            <a:r>
              <a:t>Resources: 15 Created</a:t>
            </a:r>
          </a:p>
          <a:p>
            <a:r>
              <a:t>Cost: $18-24/month</a:t>
            </a:r>
          </a:p>
          <a:p>
            <a:r>
              <a:t>Security: Enterprise Grade</a:t>
            </a:r>
          </a:p>
          <a:p/>
          <a:p>
            <a:r>
              <a:t>Ready for Development Work!</a:t>
            </a:r>
          </a:p>
          <a:p/>
          <a:p>
            <a:r>
              <a:t>Questions? Let's discuss!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